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eu-west-1a.online.tableau.com/#/site/dgplatform/workbooks/1884025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02BE54D-6434-4575-B3F0-8530E384364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WorkForce Applications v07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0770AA4-A107-4E7D-B4F0-5F5B6C590F9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2/5/2026 10:01:02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Demo CANVA" id="2" name="slide2">
            <a:extLst>
              <a:ext uri="{FF2B5EF4-FFF2-40B4-BE49-F238E27FC236}">
                <a16:creationId xmlns:a16="http://schemas.microsoft.com/office/drawing/2014/main" id="{1094F9E3-2F2E-403B-8189-D14474289C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nguages CANVA" id="3" name="slide3">
            <a:extLst>
              <a:ext uri="{FF2B5EF4-FFF2-40B4-BE49-F238E27FC236}">
                <a16:creationId xmlns:a16="http://schemas.microsoft.com/office/drawing/2014/main" id="{2EB83BD0-6855-4264-B4A4-45C337566D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ticipation CANVA" id="4" name="slide4">
            <a:extLst>
              <a:ext uri="{FF2B5EF4-FFF2-40B4-BE49-F238E27FC236}">
                <a16:creationId xmlns:a16="http://schemas.microsoft.com/office/drawing/2014/main" id="{686889B8-6514-4BF4-B749-69455CF81C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ames Availability CANVA" id="5" name="slide5">
            <a:extLst>
              <a:ext uri="{FF2B5EF4-FFF2-40B4-BE49-F238E27FC236}">
                <a16:creationId xmlns:a16="http://schemas.microsoft.com/office/drawing/2014/main" id="{A6D8BCE9-20CF-4D61-ACE3-F0EDCBC36A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2026-02-05T10:01:02Z</dcterms:created>
  <dcterms:modified xsi:type="dcterms:W3CDTF">2026-02-05T10:01:02Z</dcterms:modified>
</cp:coreProperties>
</file>