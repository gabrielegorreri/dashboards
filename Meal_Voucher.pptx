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eu-west-1a.online.tableau.com/#/site/dgplatform/workbooks/3109474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D0474B8-DFED-4F52-AB89-480B236F023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Meal_Voucher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64069F8-5E5C-4207-8D7F-C0FBDED5DD3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2/5/2026 9:55:40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LY" id="2" name="slide2">
            <a:extLst>
              <a:ext uri="{FF2B5EF4-FFF2-40B4-BE49-F238E27FC236}">
                <a16:creationId xmlns:a16="http://schemas.microsoft.com/office/drawing/2014/main" id="{82E50DA6-33F3-4B60-A1F3-DE81A116B1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A" id="3" name="slide3">
            <a:extLst>
              <a:ext uri="{FF2B5EF4-FFF2-40B4-BE49-F238E27FC236}">
                <a16:creationId xmlns:a16="http://schemas.microsoft.com/office/drawing/2014/main" id="{2563C0EA-2F89-4F39-A918-1D5B8A44F5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2026-02-05T09:55:40Z</dcterms:created>
  <dcterms:modified xsi:type="dcterms:W3CDTF">2026-02-05T09:55:40Z</dcterms:modified>
</cp:coreProperties>
</file>